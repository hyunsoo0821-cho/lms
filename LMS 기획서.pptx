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62" r:id="rId3"/>
    <p:sldId id="263" r:id="rId4"/>
    <p:sldId id="264" r:id="rId5"/>
    <p:sldId id="265" r:id="rId6"/>
    <p:sldId id="259" r:id="rId7"/>
    <p:sldId id="267" r:id="rId8"/>
    <p:sldId id="266" r:id="rId9"/>
    <p:sldId id="268" r:id="rId10"/>
    <p:sldId id="260" r:id="rId11"/>
    <p:sldId id="26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100" d="100"/>
          <a:sy n="100" d="100"/>
        </p:scale>
        <p:origin x="4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6DBD1-6F76-4B22-B7DC-955A91E2863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D7DEA-CFC4-437C-8BEC-E9520B706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77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7DEA-CFC4-437C-8BEC-E9520B706E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213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E91D-F530-F7E7-06B5-9E0D534F1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FB765-3837-10FE-51B3-16A7752E1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C4A8-FB00-AED7-FBB3-B2B15044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E9117-0BC2-C59F-E9E6-5293E8A4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A6625-6C96-57B9-D98F-C4223BA3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36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F416-F633-181D-865E-4A331F2D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B4B61-73D5-8889-8A4C-A129D9B53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0A613-CA11-7FE4-95C4-82809BE7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A5E70-46D5-6F39-F030-1BA6A6AF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A33C8-47E8-7C4F-CE04-A1FE9EF1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09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0155-2796-4C69-D09B-655E44DA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9366B-9EF4-2D58-8EAD-8919A1F8D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F3ADC-371D-AF96-3C0A-9FB46369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4825C-1F35-C9DA-876D-8FE44D18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35BE-1F3F-82C0-4320-6F70384B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82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2833-2B0E-3232-57D3-44BBF59D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062E7-3772-9316-FE40-B79B36856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3011F-25C7-23AF-F7C7-AA99134E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17738-3C33-C3E1-7917-3ABDEBA6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0EBB8-4676-E2C0-AF43-67B4E009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C53FC-41B3-BC2D-A1F1-15EBB73B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67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D31F-49B0-B477-8F71-FF498566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8C4A6-6A13-46C2-B812-42AD43E14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99D79-F04B-2B18-60B4-97267B545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55A03-BB6A-406A-7207-BDF21B5E3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EA83B-6C02-6AD9-D104-FA36124D3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24281-B43B-0485-425E-0DE93F66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F06E9-5974-EA26-3795-F397BDAD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5D67A-5CA0-249B-3FD5-55506454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77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633F-DC25-E131-DBD3-D7EE0063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2BB58-3A88-5D57-C293-0B932CBA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3ACCA-FC12-9495-F445-5A8272A7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DE696-EDBF-7A6C-FA2B-72C0A182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71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20436-6B83-12A9-599B-E606318E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7C205-08F5-BA26-E48F-9400AC0F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59814-2360-2174-ECEE-862BD10B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37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1FFF-5C9E-FCCB-7E84-7311F11A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67EF-DB97-942C-7735-E8C815C45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5808D-BC12-8CDC-6CF1-EFA432BF4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7E384-C5CA-B9D3-8BCE-CF758AEA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7A2A2-53DB-B888-64E8-42CBF04B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CF88B-1589-37B5-2C8A-E3F14D8B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72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B092-7E6E-5107-F5D8-B60E5A8F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512A5-8292-2E50-440B-F477F4CAA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64055-D876-81E4-D805-1D892AE8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2A0FF-5612-216F-ED5C-089DF049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CD92C-ADF1-82FF-80E8-68B08D08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D8A2A-E84B-EB46-C669-14ADA2FE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0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2A2E-608A-1796-4542-5C428103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D2A9C-21C4-796B-E7A6-B81347914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67AF1-5EA1-5A17-1623-47BC569E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20567-BF81-651F-D74F-73A61680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1978-3312-A46D-C8C5-20A83FC7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9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3CF22-88C1-CDEB-A974-09570B9A4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D04EC-6D0D-F658-0199-D1013023B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57203-9C17-0F96-5D79-3E2F54D8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FD5E2-F368-9ECD-C321-B7AFA642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00525-C794-5915-7818-F8418105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81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F4B2D-A1A0-7D4E-2699-1C8952BF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C2112-6312-3C1C-CE94-193A2A9D0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FBDC8-E744-1731-148A-C61887FB3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B574C-9D9F-4F10-9731-F46AE02F229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85AF3-2287-EE34-FE8F-89C1AB6EA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14AA0-9FE1-2904-B641-C0D299296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34340-8A1C-4A0E-AD10-7610AC6E38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44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3DEBD4-8536-74C3-D502-B1895F4C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3" y="1943100"/>
            <a:ext cx="5585018" cy="47435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8DCFF20-73F8-8E29-F0ED-65105C72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LMS</a:t>
            </a:r>
            <a:r>
              <a:rPr lang="ko-KR" altLang="en-US" dirty="0"/>
              <a:t> 홈 화면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183BA8-0DBB-33C3-F980-98A75FFBA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1" y="1943100"/>
            <a:ext cx="5366280" cy="474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59627-8C7D-4237-7B5F-274CA632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0C0C0-FFCB-C00A-9B6D-DA61FA9CF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5"/>
          <a:stretch>
            <a:fillRect/>
          </a:stretch>
        </p:blipFill>
        <p:spPr>
          <a:xfrm>
            <a:off x="311551" y="1755787"/>
            <a:ext cx="5784449" cy="456049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38B40FC-5BFA-FF00-2D66-65146A78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LMS</a:t>
            </a:r>
            <a:r>
              <a:rPr lang="ko-KR" altLang="en-US" dirty="0"/>
              <a:t> 강의 정보</a:t>
            </a:r>
            <a:r>
              <a:rPr lang="en-US" altLang="ko-KR" dirty="0"/>
              <a:t>, </a:t>
            </a:r>
            <a:r>
              <a:rPr lang="ko-KR" altLang="en-US" dirty="0"/>
              <a:t>내 학습 화면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DE0AC2-F95C-34D1-7B55-C28923FF3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134" y="1755787"/>
            <a:ext cx="5610306" cy="488208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44D036-681A-6551-7F25-F8CD827A819A}"/>
              </a:ext>
            </a:extLst>
          </p:cNvPr>
          <p:cNvSpPr/>
          <p:nvPr/>
        </p:nvSpPr>
        <p:spPr>
          <a:xfrm>
            <a:off x="311551" y="2773884"/>
            <a:ext cx="5784449" cy="423447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94C735-0632-81E6-4D84-A9720F9A97AB}"/>
              </a:ext>
            </a:extLst>
          </p:cNvPr>
          <p:cNvSpPr txBox="1"/>
          <p:nvPr/>
        </p:nvSpPr>
        <p:spPr>
          <a:xfrm>
            <a:off x="2595913" y="3229234"/>
            <a:ext cx="118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강의 분야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4FE337-ECF8-CF18-5ACD-222539E51E2D}"/>
              </a:ext>
            </a:extLst>
          </p:cNvPr>
          <p:cNvSpPr/>
          <p:nvPr/>
        </p:nvSpPr>
        <p:spPr>
          <a:xfrm>
            <a:off x="1572071" y="2460902"/>
            <a:ext cx="3619757" cy="247883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796FB-641B-3EB8-CF3D-A761044B476C}"/>
              </a:ext>
            </a:extLst>
          </p:cNvPr>
          <p:cNvSpPr txBox="1"/>
          <p:nvPr/>
        </p:nvSpPr>
        <p:spPr>
          <a:xfrm>
            <a:off x="-109647" y="2400178"/>
            <a:ext cx="210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역량별추천 태그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314D0F-7096-8A1A-F72C-FA027F441FA5}"/>
              </a:ext>
            </a:extLst>
          </p:cNvPr>
          <p:cNvSpPr/>
          <p:nvPr/>
        </p:nvSpPr>
        <p:spPr>
          <a:xfrm>
            <a:off x="1261751" y="2152295"/>
            <a:ext cx="3831887" cy="247883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42F14E-874C-0AE5-800E-D62D6928EAA3}"/>
              </a:ext>
            </a:extLst>
          </p:cNvPr>
          <p:cNvSpPr txBox="1"/>
          <p:nvPr/>
        </p:nvSpPr>
        <p:spPr>
          <a:xfrm>
            <a:off x="117012" y="2089383"/>
            <a:ext cx="12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추천 필터</a:t>
            </a:r>
          </a:p>
        </p:txBody>
      </p:sp>
    </p:spTree>
    <p:extLst>
      <p:ext uri="{BB962C8B-B14F-4D97-AF65-F5344CB8AC3E}">
        <p14:creationId xmlns:p14="http://schemas.microsoft.com/office/powerpoint/2010/main" val="411005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3133-08D9-21B8-BDAD-8589D1A2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4ADB07-52F2-7F3C-6730-36EA2FD0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603" y="1482866"/>
            <a:ext cx="7154794" cy="51763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E2CFD8B-D2FD-6081-8AA4-E9AAEDD9C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LMS</a:t>
            </a:r>
            <a:r>
              <a:rPr lang="ko-KR" altLang="en-US" dirty="0"/>
              <a:t> 수강신청 화면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</a:t>
            </a:r>
            <a:r>
              <a:rPr lang="ko-KR" altLang="en-US" dirty="0"/>
              <a:t> 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7F1510-1E73-30A5-9508-577A0C991B28}"/>
              </a:ext>
            </a:extLst>
          </p:cNvPr>
          <p:cNvSpPr/>
          <p:nvPr/>
        </p:nvSpPr>
        <p:spPr>
          <a:xfrm>
            <a:off x="7591360" y="3841707"/>
            <a:ext cx="1865623" cy="333244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41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7B32-1823-E401-A1F6-7BBE35C9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98DE43-E71F-E52A-37AF-FF12E9D7B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91" y="1890168"/>
            <a:ext cx="5406198" cy="46488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FB6B8D-27E2-7DA9-5734-E26A27A7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LMS</a:t>
            </a:r>
            <a:r>
              <a:rPr lang="ko-KR" altLang="en-US" dirty="0"/>
              <a:t> 강의정보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</a:t>
            </a:r>
            <a:r>
              <a:rPr lang="ko-KR" altLang="en-US" dirty="0"/>
              <a:t>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E21E7-068A-EF30-259F-2F10768FE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612" y="1890168"/>
            <a:ext cx="5599115" cy="47163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3AE801-FBCC-EBCD-5C17-BC49901F2672}"/>
              </a:ext>
            </a:extLst>
          </p:cNvPr>
          <p:cNvSpPr txBox="1"/>
          <p:nvPr/>
        </p:nvSpPr>
        <p:spPr>
          <a:xfrm>
            <a:off x="1042466" y="1520836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강의 소개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90BA7-ADA1-3852-817F-358D07ECFCC0}"/>
              </a:ext>
            </a:extLst>
          </p:cNvPr>
          <p:cNvSpPr txBox="1"/>
          <p:nvPr/>
        </p:nvSpPr>
        <p:spPr>
          <a:xfrm>
            <a:off x="7407776" y="1506022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커리큘럼</a:t>
            </a:r>
          </a:p>
        </p:txBody>
      </p:sp>
    </p:spTree>
    <p:extLst>
      <p:ext uri="{BB962C8B-B14F-4D97-AF65-F5344CB8AC3E}">
        <p14:creationId xmlns:p14="http://schemas.microsoft.com/office/powerpoint/2010/main" val="329583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E32B-819E-B995-EF78-AFCBB4D5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FE104-25A4-204D-1F6D-4721BA0C0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9"/>
          <a:stretch>
            <a:fillRect/>
          </a:stretch>
        </p:blipFill>
        <p:spPr>
          <a:xfrm>
            <a:off x="315803" y="2335733"/>
            <a:ext cx="6091486" cy="3589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606B0-4B76-A473-2C55-E94A89643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567" y="2770730"/>
            <a:ext cx="5312184" cy="20956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EB04684-597A-535C-B74B-EF75E22C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LMS</a:t>
            </a:r>
            <a:r>
              <a:rPr lang="ko-KR" altLang="en-US" dirty="0"/>
              <a:t> 강의정보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</a:t>
            </a:r>
            <a:r>
              <a:rPr lang="ko-KR" altLang="en-US" dirty="0"/>
              <a:t>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2F2D7-BB74-3D7D-A905-52AC4590799C}"/>
              </a:ext>
            </a:extLst>
          </p:cNvPr>
          <p:cNvSpPr txBox="1"/>
          <p:nvPr/>
        </p:nvSpPr>
        <p:spPr>
          <a:xfrm>
            <a:off x="1075307" y="1865063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수강평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820810-D223-1978-0DE5-2925205B6BF6}"/>
              </a:ext>
            </a:extLst>
          </p:cNvPr>
          <p:cNvSpPr txBox="1"/>
          <p:nvPr/>
        </p:nvSpPr>
        <p:spPr>
          <a:xfrm>
            <a:off x="6739159" y="1966401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새소식</a:t>
            </a:r>
          </a:p>
        </p:txBody>
      </p:sp>
    </p:spTree>
    <p:extLst>
      <p:ext uri="{BB962C8B-B14F-4D97-AF65-F5344CB8AC3E}">
        <p14:creationId xmlns:p14="http://schemas.microsoft.com/office/powerpoint/2010/main" val="145162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F15A-A546-041B-93DC-257AD86C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강의 재생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5BDF2-6CBE-70AB-6BED-29A2B83B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9" y="2301342"/>
            <a:ext cx="6639870" cy="3295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8697C9-0B61-AD69-55F6-9CE462FCC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065" y="2221076"/>
            <a:ext cx="1582981" cy="4531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BD1D2E-EF67-CC06-3F0C-052F9BE92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299" y="2221076"/>
            <a:ext cx="1649679" cy="4531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FC1DB3-7AAC-7F07-B0EA-24A71B434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0231" y="2221076"/>
            <a:ext cx="1623963" cy="45317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763AA8-9E53-B60F-B507-203041317393}"/>
              </a:ext>
            </a:extLst>
          </p:cNvPr>
          <p:cNvSpPr txBox="1"/>
          <p:nvPr/>
        </p:nvSpPr>
        <p:spPr>
          <a:xfrm>
            <a:off x="1075307" y="1865063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강의 재생 화면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171B96-E71D-2F50-8071-FE50A97B3918}"/>
              </a:ext>
            </a:extLst>
          </p:cNvPr>
          <p:cNvSpPr txBox="1"/>
          <p:nvPr/>
        </p:nvSpPr>
        <p:spPr>
          <a:xfrm>
            <a:off x="5585731" y="1811349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연관 콘탠츠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BF2282-8252-AF07-8A4A-83025A99885F}"/>
              </a:ext>
            </a:extLst>
          </p:cNvPr>
          <p:cNvSpPr txBox="1"/>
          <p:nvPr/>
        </p:nvSpPr>
        <p:spPr>
          <a:xfrm>
            <a:off x="7247713" y="1770954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강의 노트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65D3E4-88BB-903A-67D1-96B8F10041B3}"/>
              </a:ext>
            </a:extLst>
          </p:cNvPr>
          <p:cNvSpPr txBox="1"/>
          <p:nvPr/>
        </p:nvSpPr>
        <p:spPr>
          <a:xfrm>
            <a:off x="9163388" y="1770954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코드 에디터</a:t>
            </a:r>
          </a:p>
        </p:txBody>
      </p:sp>
    </p:spTree>
    <p:extLst>
      <p:ext uri="{BB962C8B-B14F-4D97-AF65-F5344CB8AC3E}">
        <p14:creationId xmlns:p14="http://schemas.microsoft.com/office/powerpoint/2010/main" val="391998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F2DD-B317-0940-5DEC-ACAA489E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로그인 페이지</a:t>
            </a:r>
            <a:r>
              <a:rPr lang="en-US" altLang="ko-KR" dirty="0"/>
              <a:t>(</a:t>
            </a:r>
            <a:r>
              <a:rPr lang="ko-KR" altLang="en-US" dirty="0"/>
              <a:t>사용자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A343D-DAE4-5879-D3D7-5582EB329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42"/>
          <a:stretch>
            <a:fillRect/>
          </a:stretch>
        </p:blipFill>
        <p:spPr>
          <a:xfrm>
            <a:off x="1803400" y="2057379"/>
            <a:ext cx="3946472" cy="4314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B2D6D-3F33-BB16-FBB4-DBBA3DD0E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056" y="2057379"/>
            <a:ext cx="3946472" cy="43143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3B4CA7-DF9E-B3E0-E4B2-E151E25B7C35}"/>
              </a:ext>
            </a:extLst>
          </p:cNvPr>
          <p:cNvSpPr txBox="1"/>
          <p:nvPr/>
        </p:nvSpPr>
        <p:spPr>
          <a:xfrm>
            <a:off x="1677812" y="1690688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로그인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135CC-9865-4CDA-B90F-83C7ADB6391F}"/>
              </a:ext>
            </a:extLst>
          </p:cNvPr>
          <p:cNvSpPr txBox="1"/>
          <p:nvPr/>
        </p:nvSpPr>
        <p:spPr>
          <a:xfrm>
            <a:off x="7021468" y="1690688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709799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0BD8-9769-537A-87E9-129790C9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회원가입 및 튜토리얼</a:t>
            </a:r>
            <a:r>
              <a:rPr lang="en-US" altLang="ko-KR" dirty="0"/>
              <a:t>(</a:t>
            </a:r>
            <a:r>
              <a:rPr lang="ko-KR" altLang="en-US" dirty="0"/>
              <a:t>사용자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6918B-3EC7-9F88-8695-F9DCA6D76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52" y="2035033"/>
            <a:ext cx="2300328" cy="4457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94108-8CDE-2598-B7CA-701D984307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10" t="20855"/>
          <a:stretch>
            <a:fillRect/>
          </a:stretch>
        </p:blipFill>
        <p:spPr>
          <a:xfrm>
            <a:off x="3375092" y="2787579"/>
            <a:ext cx="5063562" cy="2597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366498-AD1D-4537-74E1-1E8F53137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066" y="2035033"/>
            <a:ext cx="2516721" cy="458166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3FFD3EE-754D-402D-91BF-0E2EB0CFAA2E}"/>
              </a:ext>
            </a:extLst>
          </p:cNvPr>
          <p:cNvSpPr/>
          <p:nvPr/>
        </p:nvSpPr>
        <p:spPr>
          <a:xfrm>
            <a:off x="2734486" y="4086154"/>
            <a:ext cx="431800" cy="3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E6EFA80-6E71-C898-C6A2-DD92C9A0DDBF}"/>
              </a:ext>
            </a:extLst>
          </p:cNvPr>
          <p:cNvSpPr/>
          <p:nvPr/>
        </p:nvSpPr>
        <p:spPr>
          <a:xfrm>
            <a:off x="8647460" y="4035354"/>
            <a:ext cx="431800" cy="3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D34C04-5DE6-61F9-4D1E-500CF6FDF5B1}"/>
              </a:ext>
            </a:extLst>
          </p:cNvPr>
          <p:cNvSpPr txBox="1"/>
          <p:nvPr/>
        </p:nvSpPr>
        <p:spPr>
          <a:xfrm>
            <a:off x="-822556" y="1620838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회원 가입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BD48AE-822A-1891-A7BD-808C25E1D526}"/>
              </a:ext>
            </a:extLst>
          </p:cNvPr>
          <p:cNvSpPr txBox="1"/>
          <p:nvPr/>
        </p:nvSpPr>
        <p:spPr>
          <a:xfrm>
            <a:off x="3808049" y="2303431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튜토리얼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BC8D72-2F15-EFDE-7FCA-9DD076E28E2A}"/>
              </a:ext>
            </a:extLst>
          </p:cNvPr>
          <p:cNvSpPr txBox="1"/>
          <p:nvPr/>
        </p:nvSpPr>
        <p:spPr>
          <a:xfrm>
            <a:off x="8447602" y="1655763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역량진단</a:t>
            </a:r>
          </a:p>
        </p:txBody>
      </p:sp>
    </p:spTree>
    <p:extLst>
      <p:ext uri="{BB962C8B-B14F-4D97-AF65-F5344CB8AC3E}">
        <p14:creationId xmlns:p14="http://schemas.microsoft.com/office/powerpoint/2010/main" val="296469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E270-3F89-5B11-F16E-DD767468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역량 진단후 추천강좌 보기</a:t>
            </a:r>
            <a:r>
              <a:rPr lang="en-US" altLang="ko-KR" dirty="0"/>
              <a:t>(</a:t>
            </a:r>
            <a:r>
              <a:rPr lang="ko-KR" altLang="en-US" dirty="0"/>
              <a:t>사용자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9700E-9018-D581-D2DD-182165A33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9683"/>
            <a:ext cx="4003037" cy="4467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D97A4-7D58-FAAD-6916-71F693680358}"/>
              </a:ext>
            </a:extLst>
          </p:cNvPr>
          <p:cNvSpPr txBox="1"/>
          <p:nvPr/>
        </p:nvSpPr>
        <p:spPr>
          <a:xfrm>
            <a:off x="643589" y="1870351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역량진단 결과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A4DF921-A2C0-C194-B543-DF0BCAD63CC6}"/>
              </a:ext>
            </a:extLst>
          </p:cNvPr>
          <p:cNvSpPr/>
          <p:nvPr/>
        </p:nvSpPr>
        <p:spPr>
          <a:xfrm>
            <a:off x="5389785" y="4053618"/>
            <a:ext cx="431800" cy="3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611C56-B44B-8246-BE25-6574D146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34" y="2239683"/>
            <a:ext cx="5676011" cy="44678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8831E1-3010-3654-7E8E-F9846B01C6A1}"/>
              </a:ext>
            </a:extLst>
          </p:cNvPr>
          <p:cNvSpPr txBox="1"/>
          <p:nvPr/>
        </p:nvSpPr>
        <p:spPr>
          <a:xfrm>
            <a:off x="7304739" y="1690688"/>
            <a:ext cx="4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추천강좌 보기</a:t>
            </a:r>
          </a:p>
        </p:txBody>
      </p:sp>
    </p:spTree>
    <p:extLst>
      <p:ext uri="{BB962C8B-B14F-4D97-AF65-F5344CB8AC3E}">
        <p14:creationId xmlns:p14="http://schemas.microsoft.com/office/powerpoint/2010/main" val="2167069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EC6D-8475-B913-3C48-B02632E2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조직도</a:t>
            </a:r>
            <a:r>
              <a:rPr lang="en-US" altLang="ko-KR" dirty="0"/>
              <a:t>,</a:t>
            </a:r>
            <a:r>
              <a:rPr lang="ko-KR" altLang="en-US" dirty="0"/>
              <a:t>맴버 관리 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3DAF4-5260-3866-B300-A8F67CE99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13" y="2170324"/>
            <a:ext cx="5408457" cy="4487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E5123E-202F-A483-5DFC-EE918C8E2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020" y="2170324"/>
            <a:ext cx="6342213" cy="448780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AB9222-9814-E481-A1FB-D5395AFA0F6D}"/>
              </a:ext>
            </a:extLst>
          </p:cNvPr>
          <p:cNvSpPr/>
          <p:nvPr/>
        </p:nvSpPr>
        <p:spPr>
          <a:xfrm>
            <a:off x="4057650" y="3131507"/>
            <a:ext cx="508214" cy="225384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86824-E9D5-97EF-F3E3-61EF0FB964D6}"/>
              </a:ext>
            </a:extLst>
          </p:cNvPr>
          <p:cNvSpPr txBox="1"/>
          <p:nvPr/>
        </p:nvSpPr>
        <p:spPr>
          <a:xfrm>
            <a:off x="4527352" y="3059668"/>
            <a:ext cx="118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알림 기능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CEB011-F05A-D7D5-818D-FA35925D5DA6}"/>
              </a:ext>
            </a:extLst>
          </p:cNvPr>
          <p:cNvSpPr/>
          <p:nvPr/>
        </p:nvSpPr>
        <p:spPr>
          <a:xfrm>
            <a:off x="3730625" y="2834014"/>
            <a:ext cx="508214" cy="194936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D0BB11-DF03-0446-2E1D-A47E61498023}"/>
              </a:ext>
            </a:extLst>
          </p:cNvPr>
          <p:cNvSpPr/>
          <p:nvPr/>
        </p:nvSpPr>
        <p:spPr>
          <a:xfrm>
            <a:off x="6499703" y="2556948"/>
            <a:ext cx="4234337" cy="1049851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82612-47F0-F2B2-6207-2DD084C3A948}"/>
              </a:ext>
            </a:extLst>
          </p:cNvPr>
          <p:cNvSpPr txBox="1"/>
          <p:nvPr/>
        </p:nvSpPr>
        <p:spPr>
          <a:xfrm>
            <a:off x="2385491" y="2510139"/>
            <a:ext cx="1926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조직도 내보내기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FEAF8B-8945-45AA-98D1-CE7A8F2FC709}"/>
              </a:ext>
            </a:extLst>
          </p:cNvPr>
          <p:cNvSpPr txBox="1"/>
          <p:nvPr/>
        </p:nvSpPr>
        <p:spPr>
          <a:xfrm>
            <a:off x="7976672" y="2178970"/>
            <a:ext cx="167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맴버 등록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5859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3CEC-CAD1-81EB-E6F4-9BD3B54C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LMS</a:t>
            </a:r>
            <a:r>
              <a:rPr lang="ko-KR" altLang="en-US" dirty="0"/>
              <a:t> 추천강좌 관리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89B6D-8954-3E4C-6183-CA8C90767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8" y="1651000"/>
            <a:ext cx="5331321" cy="484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13299-4CF7-C57A-05AC-0E23775A5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18" y="2247441"/>
            <a:ext cx="6311832" cy="42454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FF9159-BCA9-E072-929D-10F810408DDB}"/>
              </a:ext>
            </a:extLst>
          </p:cNvPr>
          <p:cNvSpPr txBox="1"/>
          <p:nvPr/>
        </p:nvSpPr>
        <p:spPr>
          <a:xfrm>
            <a:off x="1464788" y="2791897"/>
            <a:ext cx="173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강좌 역량 설정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925B9A-B77B-F609-F4E0-111E6AECF038}"/>
              </a:ext>
            </a:extLst>
          </p:cNvPr>
          <p:cNvSpPr/>
          <p:nvPr/>
        </p:nvSpPr>
        <p:spPr>
          <a:xfrm>
            <a:off x="1988663" y="3114040"/>
            <a:ext cx="683417" cy="337883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F80870-70C2-510D-07B2-6C663E369BBA}"/>
              </a:ext>
            </a:extLst>
          </p:cNvPr>
          <p:cNvSpPr/>
          <p:nvPr/>
        </p:nvSpPr>
        <p:spPr>
          <a:xfrm>
            <a:off x="3055509" y="3114040"/>
            <a:ext cx="312531" cy="337883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FA885-3F70-007F-E709-433C335E98F4}"/>
              </a:ext>
            </a:extLst>
          </p:cNvPr>
          <p:cNvSpPr txBox="1"/>
          <p:nvPr/>
        </p:nvSpPr>
        <p:spPr>
          <a:xfrm>
            <a:off x="2598977" y="6535145"/>
            <a:ext cx="133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강좌 유형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F628BB0-3756-733F-2DB9-D99E9746BD34}"/>
              </a:ext>
            </a:extLst>
          </p:cNvPr>
          <p:cNvSpPr/>
          <p:nvPr/>
        </p:nvSpPr>
        <p:spPr>
          <a:xfrm>
            <a:off x="3368040" y="3114039"/>
            <a:ext cx="260463" cy="337883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9797B4-C90A-6EA6-E2E6-79FCF21DFF25}"/>
              </a:ext>
            </a:extLst>
          </p:cNvPr>
          <p:cNvSpPr txBox="1"/>
          <p:nvPr/>
        </p:nvSpPr>
        <p:spPr>
          <a:xfrm>
            <a:off x="3295583" y="2793366"/>
            <a:ext cx="173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가중치 설정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70030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116</Words>
  <Application>Microsoft Office PowerPoint</Application>
  <PresentationFormat>Widescreen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Theme</vt:lpstr>
      <vt:lpstr>LMS 홈 화면(공통) </vt:lpstr>
      <vt:lpstr>LMS 강의 정보, 내 학습 화면(공통)  </vt:lpstr>
      <vt:lpstr>LMS 수강신청 화면(공통)   </vt:lpstr>
      <vt:lpstr>LMS 강의정보(공통)    </vt:lpstr>
      <vt:lpstr>LMS 강의정보(공통)   </vt:lpstr>
      <vt:lpstr>LMS 강의 재생(공통)</vt:lpstr>
      <vt:lpstr>LMS 로그인 페이지(사용자) </vt:lpstr>
      <vt:lpstr>LMS 회원가입 및 튜토리얼(사용자)</vt:lpstr>
      <vt:lpstr>역량 진단후 추천강좌 보기(사용자) </vt:lpstr>
      <vt:lpstr>LMS 조직도,맴버 관리 (관리자)</vt:lpstr>
      <vt:lpstr>LMS 추천강좌 관리(관리자)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조현수</dc:creator>
  <cp:lastModifiedBy>조현수</cp:lastModifiedBy>
  <cp:revision>2</cp:revision>
  <dcterms:created xsi:type="dcterms:W3CDTF">2026-07-15T08:37:41Z</dcterms:created>
  <dcterms:modified xsi:type="dcterms:W3CDTF">2026-07-16T02:51:19Z</dcterms:modified>
</cp:coreProperties>
</file>